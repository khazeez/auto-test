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E54F-51EA-750D-10B4-2CD859F4E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39E00-6ECB-AD89-7C2B-807F1805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1FAAE-11CE-C7A3-C6CA-50916C5D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0C26B-FA8D-1D79-1082-D4AE5D99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AC79D-38CE-7779-E941-BEDD6CB0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329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D3EF-6A7B-0BBC-C23B-E43BAE61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F22D-7DCE-004B-B9B7-ACDF4EF2D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86F04-04C1-3DCC-4E63-E845D7FE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E979-70D5-039D-6CEB-E0E9466E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769C0-6742-D20F-03A0-12238FAE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223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EBD3-FED2-B003-8367-E9DB18DE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DF18-E3F7-F81D-99D4-F060E4587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A5462-4013-CC99-F627-7D28FE52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03BE2-2A6F-DA7A-E80E-8085573A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A85C-B66A-4D45-D7BC-E8F7FFD0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729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BF04-CD4B-2448-84CD-C792616B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16FE9-63B2-ADD3-ECC8-4921D4437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C10F7-43D8-A4C2-008A-A93DA01D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7EE23-1524-704F-F7BD-91897C5D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61B1E-DC42-5EBF-417F-C810E5A0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12394-D7FF-0D3B-EA24-0FCC3410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675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0C14-6B57-DC6A-42A3-FAFE148C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733F8-19EC-2113-CFC2-D772B7351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4FFE9-8DCC-1451-D6B0-61DB890C9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F5692-1EB2-CE37-5508-DA614DC8F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1167-6FB6-4E04-CBBB-2AD28DA2B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446B1-1BBC-B595-890F-4CE7EDA0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C1B36-874C-0F81-1DF5-A94310B3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B59BA-E9A6-DB70-F43A-09323F85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0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B14A-EE6D-35E4-A83B-DA34976D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2AD2D-61B0-5CE3-6DF8-ED0AAAF9C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F4521-11AF-7E56-2EAE-7599B4E1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9673C-0F34-8E54-9ACC-F798E331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838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25944-40DE-5757-4A54-C4E319A7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BE0A4-DB10-5DCF-0A7C-AF1A416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C9DB6-5F50-51C3-7C4A-B6609C82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749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A2E0-2159-7F2F-F587-BD8BC46A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027C-607F-65CE-565D-5224D9106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79CFE-5A24-6B2A-50CA-D825B7F69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F046F-0B95-909F-24BF-8DE7CD80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3E0A8-0B91-FEF5-25B6-618D5AF3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F99AE-AB23-2D7C-642D-3115CF4E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05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8C98-AA17-F3E0-D501-71602C69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B1073-2A7C-50AF-4648-D181C2CA2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A7EEE-4937-883C-6B47-F194243CD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5CF4F-0D78-B54F-B77D-322C0A8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91D3E-1FFB-AE45-9FE2-C737D3B4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E85BD-A1DB-7563-BF74-4A92064A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2556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39A3-800E-28F9-21A3-5836042B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FB1BC-66B2-6213-DAED-0816C91FA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06725-DCC2-4825-997B-D77075CC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D2B21-1B87-145A-4C71-E498FBD8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DE32-70A5-1EC2-6A7E-FFCAB85F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80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A6060-8641-EBBB-BD6D-FC291E183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1DBF9-EBAB-DFA2-A435-8A7ADD79A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654A7-8B88-5F10-EF07-AFFB6340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35586-E27C-F5FB-1F0E-643E24DC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A682-524B-6908-A58A-375005AB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82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C5F59-5008-A8D8-A5C4-C72945B4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08A5A-52BD-993A-1459-C0B0EAB02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89A2-EC0F-97F6-356D-992EFA9D9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E9007-94CD-4801-A7C3-D20BE1027F6A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02B1E-9190-11BE-1CCC-A40DF0A224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76271-7D29-EA59-82C4-ED5353FCD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70D1D-24F0-4BA5-A5B1-7B1348B7218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413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21C1-64E1-BFFE-712F-30983108D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E36D3-6BF1-6807-C130-426242323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513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Khoirul Aziz</dc:creator>
  <cp:lastModifiedBy>Khoirul Aziz</cp:lastModifiedBy>
  <cp:revision>1</cp:revision>
  <dcterms:created xsi:type="dcterms:W3CDTF">2026-02-23T04:52:26Z</dcterms:created>
  <dcterms:modified xsi:type="dcterms:W3CDTF">2026-02-23T04:52:54Z</dcterms:modified>
</cp:coreProperties>
</file>